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4" r:id="rId1"/>
    <p:sldMasterId id="2147483666" r:id="rId2"/>
  </p:sldMasterIdLst>
  <p:sldIdLst>
    <p:sldId id="265" r:id="rId3"/>
    <p:sldId id="257" r:id="rId4"/>
    <p:sldId id="266" r:id="rId5"/>
    <p:sldId id="258" r:id="rId6"/>
    <p:sldId id="261" r:id="rId7"/>
    <p:sldId id="260" r:id="rId8"/>
    <p:sldId id="262" r:id="rId9"/>
    <p:sldId id="259" r:id="rId10"/>
    <p:sldId id="264" r:id="rId11"/>
    <p:sldId id="263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DEEB"/>
    <a:srgbClr val="1C8CEE"/>
    <a:srgbClr val="FFC720"/>
    <a:srgbClr val="FF5874"/>
    <a:srgbClr val="C792EA"/>
    <a:srgbClr val="ADDB67"/>
    <a:srgbClr val="9090F1"/>
    <a:srgbClr val="C7F0FF"/>
    <a:srgbClr val="404090"/>
    <a:srgbClr val="2581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7" d="100"/>
          <a:sy n="77" d="100"/>
        </p:scale>
        <p:origin x="-132" y="2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3727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9260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08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6900" kern="1200" dirty="0">
          <a:solidFill>
            <a:schemeClr val="bg1"/>
          </a:solidFill>
          <a:latin typeface="Montserrat Medium" panose="00000600000000000000" pitchFamily="2" charset="0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494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561758" rtl="0" eaLnBrk="1" latinLnBrk="0" hangingPunct="1">
        <a:lnSpc>
          <a:spcPct val="90000"/>
        </a:lnSpc>
        <a:spcBef>
          <a:spcPct val="0"/>
        </a:spcBef>
        <a:buNone/>
        <a:defRPr sz="27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0440" indent="-140440" algn="l" defTabSz="561758" rtl="0" eaLnBrk="1" latinLnBrk="0" hangingPunct="1">
        <a:lnSpc>
          <a:spcPct val="90000"/>
        </a:lnSpc>
        <a:spcBef>
          <a:spcPts val="615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1pPr>
      <a:lvl2pPr marL="421319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474" kern="1200">
          <a:solidFill>
            <a:schemeClr val="tx1"/>
          </a:solidFill>
          <a:latin typeface="+mn-lt"/>
          <a:ea typeface="+mn-ea"/>
          <a:cs typeface="+mn-cs"/>
        </a:defRPr>
      </a:lvl2pPr>
      <a:lvl3pPr marL="702198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229" kern="1200">
          <a:solidFill>
            <a:schemeClr val="tx1"/>
          </a:solidFill>
          <a:latin typeface="+mn-lt"/>
          <a:ea typeface="+mn-ea"/>
          <a:cs typeface="+mn-cs"/>
        </a:defRPr>
      </a:lvl3pPr>
      <a:lvl4pPr marL="983077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263956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544835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825714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2106593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387472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1pPr>
      <a:lvl2pPr marL="280879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2pPr>
      <a:lvl3pPr marL="561758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3pPr>
      <a:lvl4pPr marL="842637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123516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40439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68527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196615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24703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873247" y="2284992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 13"/>
          <p:cNvSpPr/>
          <p:nvPr/>
        </p:nvSpPr>
        <p:spPr>
          <a:xfrm rot="20593713">
            <a:off x="6092658" y="246529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 flipH="1">
            <a:off x="5232370" y="2700780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593713">
            <a:off x="5967657" y="238076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593713" flipH="1">
            <a:off x="5149966" y="2627198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5733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/>
          <p:cNvSpPr/>
          <p:nvPr/>
        </p:nvSpPr>
        <p:spPr>
          <a:xfrm rot="20407499">
            <a:off x="6087817" y="2439903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407499" flipH="1">
            <a:off x="5241539" y="272161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4771846" y="2258643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407499">
            <a:off x="5958422" y="236226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407499" flipH="1">
            <a:off x="5155274" y="265260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1C8C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9346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2290824"/>
            <a:ext cx="9566694" cy="2276353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rgbClr val="40409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838744" y="2342138"/>
            <a:ext cx="2173724" cy="21737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>
            <a:off x="2916894" y="2501556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 15"/>
          <p:cNvSpPr/>
          <p:nvPr/>
        </p:nvSpPr>
        <p:spPr>
          <a:xfrm rot="20593713" flipH="1">
            <a:off x="2156265" y="2709760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593713">
            <a:off x="2806374" y="2426818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Freeform 20"/>
          <p:cNvSpPr/>
          <p:nvPr/>
        </p:nvSpPr>
        <p:spPr>
          <a:xfrm rot="20593713" flipH="1">
            <a:off x="2083407" y="2644702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4085326" y="2479058"/>
            <a:ext cx="531587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pyco</a:t>
            </a:r>
            <a:r>
              <a:rPr lang="en-GB" sz="8000" dirty="0" err="1">
                <a:solidFill>
                  <a:schemeClr val="bg1">
                    <a:alpha val="31000"/>
                  </a:schemeClr>
                </a:soli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:</a:t>
            </a:r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bytes</a:t>
            </a:r>
            <a:endParaRPr lang="en-GB" sz="8000" dirty="0">
              <a:gradFill flip="none" rotWithShape="1">
                <a:gsLst>
                  <a:gs pos="0">
                    <a:srgbClr val="C7F0FF"/>
                  </a:gs>
                  <a:gs pos="95000">
                    <a:srgbClr val="9090F1"/>
                  </a:gs>
                </a:gsLst>
                <a:lin ang="10800000" scaled="1"/>
                <a:tileRect/>
              </a:gradFill>
              <a:latin typeface="Geologica Thin" pitchFamily="2" charset="0"/>
              <a:ea typeface="Roboto Mono" panose="00000009000000000000" pitchFamily="49" charset="0"/>
              <a:cs typeface="Shantell Sans" pitchFamily="2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51274" y="3863332"/>
            <a:ext cx="6372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  <a:latin typeface="Overpass" pitchFamily="2" charset="0"/>
              </a:rPr>
              <a:t>exploring the magic of Python, week by week          </a:t>
            </a:r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4232699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388851"/>
            <a:ext cx="9566694" cy="22763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175102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1378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1821" y="1169855"/>
            <a:ext cx="17283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INTRODUCING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20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6669" y="1169855"/>
            <a:ext cx="16786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WELCOME TO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532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957532" y="2286000"/>
            <a:ext cx="10276936" cy="228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1130586" y="2397949"/>
            <a:ext cx="1005916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class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__slots__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[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"_days"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def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aiter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/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*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1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flavour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"Welcome to </a:t>
            </a:r>
            <a:r>
              <a:rPr lang="en-GB" sz="1600" dirty="0" err="1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pycobytes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!"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 </a:t>
            </a:r>
            <a:r>
              <a:rPr lang="en-GB" sz="1600" dirty="0">
                <a:solidFill>
                  <a:srgbClr val="C1FF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-&gt;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'''You’ve never seen Python like this~'''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i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day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enumerate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_days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yield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(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await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chemeClr val="accent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post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(i)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post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start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(day))</a:t>
            </a:r>
            <a:endParaRPr lang="en-GB" sz="1600" b="0" dirty="0">
              <a:solidFill>
                <a:srgbClr val="FFFFFF"/>
              </a:solidFill>
              <a:effectLst/>
              <a:latin typeface="Consolas" panose="020B0609020204030204" pitchFamily="49" charset="0"/>
              <a:ea typeface="Roboto Mono" panose="00000009000000000000" pitchFamily="49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57532" y="4572001"/>
            <a:ext cx="10276936" cy="3364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2">
                    <a:lumMod val="60000"/>
                    <a:lumOff val="40000"/>
                  </a:schemeClr>
                </a:solidFill>
                <a:latin typeface="Sniglet" panose="04070505030100020000" pitchFamily="82" charset="0"/>
                <a:cs typeface="Kalam" panose="02000000000000000000" pitchFamily="2" charset="0"/>
              </a:rPr>
              <a:t>Looks scary, right? Don’t worry, we’ll be delving into all this deliciousness ;D</a:t>
            </a:r>
          </a:p>
        </p:txBody>
      </p:sp>
    </p:spTree>
    <p:extLst>
      <p:ext uri="{BB962C8B-B14F-4D97-AF65-F5344CB8AC3E}">
        <p14:creationId xmlns:p14="http://schemas.microsoft.com/office/powerpoint/2010/main" val="349158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565030"/>
            <a:ext cx="12192000" cy="57279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038" y="1123950"/>
            <a:ext cx="10067925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47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82800" y="2675467"/>
            <a:ext cx="7128933" cy="3013980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3345247" y="2887211"/>
            <a:ext cx="5501506" cy="1083579"/>
          </a:xfrm>
          <a:prstGeom prst="rect">
            <a:avLst/>
          </a:prstGeom>
          <a:solidFill>
            <a:srgbClr val="01162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numbers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result.append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6" name="Freeform 5"/>
          <p:cNvSpPr/>
          <p:nvPr/>
        </p:nvSpPr>
        <p:spPr>
          <a:xfrm>
            <a:off x="2857948" y="3657600"/>
            <a:ext cx="4897143" cy="1582103"/>
          </a:xfrm>
          <a:custGeom>
            <a:avLst/>
            <a:gdLst>
              <a:gd name="connsiteX0" fmla="*/ 1515533 w 1515533"/>
              <a:gd name="connsiteY0" fmla="*/ 169333 h 452104"/>
              <a:gd name="connsiteX1" fmla="*/ 817033 w 1515533"/>
              <a:gd name="connsiteY1" fmla="*/ 448733 h 452104"/>
              <a:gd name="connsiteX2" fmla="*/ 0 w 1515533"/>
              <a:gd name="connsiteY2" fmla="*/ 0 h 452104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15533" h="489618">
                <a:moveTo>
                  <a:pt x="1515533" y="169333"/>
                </a:moveTo>
                <a:cubicBezTo>
                  <a:pt x="1292577" y="323144"/>
                  <a:pt x="1010356" y="515055"/>
                  <a:pt x="757767" y="486833"/>
                </a:cubicBezTo>
                <a:cubicBezTo>
                  <a:pt x="505178" y="458611"/>
                  <a:pt x="282222" y="320322"/>
                  <a:pt x="0" y="0"/>
                </a:cubicBezTo>
              </a:path>
            </a:pathLst>
          </a:custGeom>
          <a:noFill/>
          <a:ln w="63500">
            <a:solidFill>
              <a:schemeClr val="accent6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7072543" y="4034290"/>
            <a:ext cx="1376276" cy="0"/>
          </a:xfrm>
          <a:prstGeom prst="line">
            <a:avLst/>
          </a:prstGeom>
          <a:ln w="508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49033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9EB40-7BD7-5EA3-6BAB-7DBDD4EB6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98CD78-BA73-3A58-64D0-B933FBE7AAE9}"/>
              </a:ext>
            </a:extLst>
          </p:cNvPr>
          <p:cNvSpPr/>
          <p:nvPr/>
        </p:nvSpPr>
        <p:spPr>
          <a:xfrm>
            <a:off x="2541814" y="1660071"/>
            <a:ext cx="7108372" cy="353785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DBF6DD7-AD0A-F0C9-2D57-2FC76A52DA13}"/>
              </a:ext>
            </a:extLst>
          </p:cNvPr>
          <p:cNvGrpSpPr/>
          <p:nvPr/>
        </p:nvGrpSpPr>
        <p:grpSpPr>
          <a:xfrm>
            <a:off x="3041541" y="2000974"/>
            <a:ext cx="6108918" cy="2856052"/>
            <a:chOff x="3499537" y="2000975"/>
            <a:chExt cx="6108918" cy="2856052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5E63874-525B-6665-8B5B-4E280E2244D4}"/>
                </a:ext>
              </a:extLst>
            </p:cNvPr>
            <p:cNvSpPr/>
            <p:nvPr/>
          </p:nvSpPr>
          <p:spPr>
            <a:xfrm>
              <a:off x="6568889" y="2911929"/>
              <a:ext cx="93745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35FC766-5BBE-21EE-CA39-A327D4B7C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26" y="2000975"/>
              <a:ext cx="2962349" cy="285605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"truthy"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78C6C"/>
                  </a:solidFill>
                  <a:effectLst/>
                  <a:latin typeface="Consolas" panose="020B0609020204030204" pitchFamily="49" charset="0"/>
                </a:rPr>
                <a:t>2.0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7FDBCA"/>
                  </a:solidFill>
                  <a:latin typeface="Consolas" panose="020B0609020204030204" pitchFamily="49" charset="0"/>
                </a:rPr>
                <a:t>else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None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2733816-44A7-2260-6233-72C3754D69F3}"/>
                </a:ext>
              </a:extLst>
            </p:cNvPr>
            <p:cNvSpPr/>
            <p:nvPr/>
          </p:nvSpPr>
          <p:spPr>
            <a:xfrm>
              <a:off x="4478447" y="3606273"/>
              <a:ext cx="126553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Free-form: Shape 39">
              <a:extLst>
                <a:ext uri="{FF2B5EF4-FFF2-40B4-BE49-F238E27FC236}">
                  <a16:creationId xmlns:a16="http://schemas.microsoft.com/office/drawing/2014/main" id="{BFEEC321-ADA5-AE19-2E57-82D95F1002E1}"/>
                </a:ext>
              </a:extLst>
            </p:cNvPr>
            <p:cNvSpPr/>
            <p:nvPr/>
          </p:nvSpPr>
          <p:spPr>
            <a:xfrm>
              <a:off x="5763296" y="2762518"/>
              <a:ext cx="2145817" cy="1120462"/>
            </a:xfrm>
            <a:custGeom>
              <a:avLst/>
              <a:gdLst>
                <a:gd name="connsiteX0" fmla="*/ 0 w 2546468"/>
                <a:gd name="connsiteY0" fmla="*/ 1770845 h 1770845"/>
                <a:gd name="connsiteX1" fmla="*/ 2273121 w 2546468"/>
                <a:gd name="connsiteY1" fmla="*/ 1358721 h 1770845"/>
                <a:gd name="connsiteX2" fmla="*/ 2421228 w 2546468"/>
                <a:gd name="connsiteY2" fmla="*/ 0 h 1770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6468" h="1770845">
                  <a:moveTo>
                    <a:pt x="0" y="1770845"/>
                  </a:moveTo>
                  <a:cubicBezTo>
                    <a:pt x="934791" y="1712353"/>
                    <a:pt x="1869583" y="1653862"/>
                    <a:pt x="2273121" y="1358721"/>
                  </a:cubicBezTo>
                  <a:cubicBezTo>
                    <a:pt x="2676659" y="1063580"/>
                    <a:pt x="2548943" y="531790"/>
                    <a:pt x="2421228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80802A36-CD80-BCD9-7E3C-6418BA3B78D6}"/>
                </a:ext>
              </a:extLst>
            </p:cNvPr>
            <p:cNvSpPr/>
            <p:nvPr/>
          </p:nvSpPr>
          <p:spPr>
            <a:xfrm>
              <a:off x="6588206" y="4278027"/>
              <a:ext cx="1071024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Free-form: Shape 41">
              <a:extLst>
                <a:ext uri="{FF2B5EF4-FFF2-40B4-BE49-F238E27FC236}">
                  <a16:creationId xmlns:a16="http://schemas.microsoft.com/office/drawing/2014/main" id="{3430CBBC-2C92-C1C1-5E73-1E62357B515C}"/>
                </a:ext>
              </a:extLst>
            </p:cNvPr>
            <p:cNvSpPr/>
            <p:nvPr/>
          </p:nvSpPr>
          <p:spPr>
            <a:xfrm>
              <a:off x="7714445" y="2762518"/>
              <a:ext cx="1263822" cy="1796603"/>
            </a:xfrm>
            <a:custGeom>
              <a:avLst/>
              <a:gdLst>
                <a:gd name="connsiteX0" fmla="*/ 0 w 1263822"/>
                <a:gd name="connsiteY0" fmla="*/ 2453425 h 2453425"/>
                <a:gd name="connsiteX1" fmla="*/ 1062507 w 1263822"/>
                <a:gd name="connsiteY1" fmla="*/ 1313645 h 2453425"/>
                <a:gd name="connsiteX2" fmla="*/ 1262130 w 1263822"/>
                <a:gd name="connsiteY2" fmla="*/ 0 h 2453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3822" h="2453425">
                  <a:moveTo>
                    <a:pt x="0" y="2453425"/>
                  </a:moveTo>
                  <a:cubicBezTo>
                    <a:pt x="426076" y="2087987"/>
                    <a:pt x="852152" y="1722549"/>
                    <a:pt x="1062507" y="1313645"/>
                  </a:cubicBezTo>
                  <a:cubicBezTo>
                    <a:pt x="1272862" y="904741"/>
                    <a:pt x="1267496" y="452370"/>
                    <a:pt x="126213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9C1E141-7A96-4E46-BEB0-18D6D9B30317}"/>
                </a:ext>
              </a:extLst>
            </p:cNvPr>
            <p:cNvSpPr/>
            <p:nvPr/>
          </p:nvSpPr>
          <p:spPr>
            <a:xfrm>
              <a:off x="7178160" y="2247442"/>
              <a:ext cx="126553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89474F9-D9A8-371B-16BE-0062BE51BEAC}"/>
                </a:ext>
              </a:extLst>
            </p:cNvPr>
            <p:cNvSpPr/>
            <p:nvPr/>
          </p:nvSpPr>
          <p:spPr>
            <a:xfrm>
              <a:off x="8537431" y="2247442"/>
              <a:ext cx="1071024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86AB0D66-F8E2-9532-5161-36F09593BB95}"/>
                </a:ext>
              </a:extLst>
            </p:cNvPr>
            <p:cNvSpPr/>
            <p:nvPr/>
          </p:nvSpPr>
          <p:spPr>
            <a:xfrm>
              <a:off x="3499537" y="2247442"/>
              <a:ext cx="93745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6" name="Free-form: Shape 45">
              <a:extLst>
                <a:ext uri="{FF2B5EF4-FFF2-40B4-BE49-F238E27FC236}">
                  <a16:creationId xmlns:a16="http://schemas.microsoft.com/office/drawing/2014/main" id="{122F5CF7-B6A6-B6C3-B860-5DF8AFB2C1B4}"/>
                </a:ext>
              </a:extLst>
            </p:cNvPr>
            <p:cNvSpPr/>
            <p:nvPr/>
          </p:nvSpPr>
          <p:spPr>
            <a:xfrm>
              <a:off x="4076163" y="2865549"/>
              <a:ext cx="2479183" cy="380665"/>
            </a:xfrm>
            <a:custGeom>
              <a:avLst/>
              <a:gdLst>
                <a:gd name="connsiteX0" fmla="*/ 2479183 w 2479183"/>
                <a:gd name="connsiteY0" fmla="*/ 302654 h 380665"/>
                <a:gd name="connsiteX1" fmla="*/ 798491 w 2479183"/>
                <a:gd name="connsiteY1" fmla="*/ 360609 h 380665"/>
                <a:gd name="connsiteX2" fmla="*/ 0 w 2479183"/>
                <a:gd name="connsiteY2" fmla="*/ 0 h 380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79183" h="380665">
                  <a:moveTo>
                    <a:pt x="2479183" y="302654"/>
                  </a:moveTo>
                  <a:cubicBezTo>
                    <a:pt x="1845435" y="356852"/>
                    <a:pt x="1211688" y="411051"/>
                    <a:pt x="798491" y="360609"/>
                  </a:cubicBezTo>
                  <a:cubicBezTo>
                    <a:pt x="385294" y="310167"/>
                    <a:pt x="192647" y="155083"/>
                    <a:pt x="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26967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6576E-EF2C-5DC6-C493-2B734D523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46D099F-9613-C736-C6B2-796449EFF53A}"/>
              </a:ext>
            </a:extLst>
          </p:cNvPr>
          <p:cNvSpPr/>
          <p:nvPr/>
        </p:nvSpPr>
        <p:spPr>
          <a:xfrm>
            <a:off x="1953986" y="1970315"/>
            <a:ext cx="8284028" cy="2917372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C43A7AA-9D8E-B1FD-97E6-08E92DEA935A}"/>
              </a:ext>
            </a:extLst>
          </p:cNvPr>
          <p:cNvGrpSpPr/>
          <p:nvPr/>
        </p:nvGrpSpPr>
        <p:grpSpPr>
          <a:xfrm>
            <a:off x="2597276" y="2171358"/>
            <a:ext cx="6997448" cy="2515285"/>
            <a:chOff x="2679719" y="3118042"/>
            <a:chExt cx="6997448" cy="251528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B22D764-339B-B259-27F1-C96FA5BF2B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33651" y="3118042"/>
              <a:ext cx="5924699" cy="62191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left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condition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 else</a:t>
              </a:r>
              <a:r>
                <a:rPr lang="en-US" altLang="en-US" sz="3000" dirty="0">
                  <a:solidFill>
                    <a:schemeClr val="tx2">
                      <a:lumMod val="75000"/>
                    </a:schemeClr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en-US" sz="3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right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4CEA163-C854-42CC-7428-48A4C8AD0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03171" y="4027714"/>
              <a:ext cx="0" cy="1061328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79C68A2-7BA5-75B7-7D04-A0F2AC2056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9719" y="5165301"/>
              <a:ext cx="3468898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truthy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0A46631-72D0-76EC-6958-94B66221D0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2628" y="4027714"/>
              <a:ext cx="0" cy="560615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EFF66B3-BFF7-D412-63A6-77FDB5D56F1F}"/>
                </a:ext>
              </a:extLst>
            </p:cNvPr>
            <p:cNvCxnSpPr>
              <a:cxnSpLocks/>
            </p:cNvCxnSpPr>
            <p:nvPr/>
          </p:nvCxnSpPr>
          <p:spPr>
            <a:xfrm>
              <a:off x="3215142" y="3816575"/>
              <a:ext cx="754285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6FD2172-2051-1365-8E2B-CBAB9F90C0D1}"/>
                </a:ext>
              </a:extLst>
            </p:cNvPr>
            <p:cNvCxnSpPr>
              <a:cxnSpLocks/>
            </p:cNvCxnSpPr>
            <p:nvPr/>
          </p:nvCxnSpPr>
          <p:spPr>
            <a:xfrm>
              <a:off x="8021185" y="3816575"/>
              <a:ext cx="937758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DCC9AD5-EA23-360C-D9E0-915B5FC96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71775" y="4621016"/>
              <a:ext cx="3305392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3693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7D6F1-CE7A-F7C6-9206-A22724C87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8689B2-FCF8-1354-A0E0-B05EB391CF9C}"/>
              </a:ext>
            </a:extLst>
          </p:cNvPr>
          <p:cNvSpPr/>
          <p:nvPr/>
        </p:nvSpPr>
        <p:spPr>
          <a:xfrm>
            <a:off x="1953986" y="2474167"/>
            <a:ext cx="8284028" cy="1909666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920EAE-5359-93CD-5857-CB2DC1B0A94C}"/>
              </a:ext>
            </a:extLst>
          </p:cNvPr>
          <p:cNvSpPr/>
          <p:nvPr/>
        </p:nvSpPr>
        <p:spPr>
          <a:xfrm>
            <a:off x="2484780" y="2803849"/>
            <a:ext cx="7238770" cy="664028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B6C5C4-F997-F117-77A2-40F75A344C14}"/>
              </a:ext>
            </a:extLst>
          </p:cNvPr>
          <p:cNvSpPr/>
          <p:nvPr/>
        </p:nvSpPr>
        <p:spPr>
          <a:xfrm>
            <a:off x="4849528" y="2844068"/>
            <a:ext cx="4770990" cy="583590"/>
          </a:xfrm>
          <a:prstGeom prst="rect">
            <a:avLst/>
          </a:prstGeom>
          <a:solidFill>
            <a:srgbClr val="FFC72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5EF742-ECA8-C50E-3E5B-C624F0EEE0F1}"/>
              </a:ext>
            </a:extLst>
          </p:cNvPr>
          <p:cNvSpPr/>
          <p:nvPr/>
        </p:nvSpPr>
        <p:spPr>
          <a:xfrm>
            <a:off x="6959046" y="2878969"/>
            <a:ext cx="2526243" cy="513788"/>
          </a:xfrm>
          <a:prstGeom prst="rect">
            <a:avLst/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A04919-6AF6-65E2-D678-81918FE25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82593" y="2876515"/>
            <a:ext cx="6626815" cy="52958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</a:t>
            </a:r>
            <a:r>
              <a:rPr lang="en-US" altLang="en-US" sz="24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2400" dirty="0">
                <a:solidFill>
                  <a:srgbClr val="D6DEEB"/>
                </a:solidFill>
                <a:latin typeface="Consolas" panose="020B0609020204030204" pitchFamily="49" charset="0"/>
              </a:rPr>
              <a:t>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 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3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q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BF921-3BFE-3326-8504-703464CF43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67415" y="3706615"/>
            <a:ext cx="7457170" cy="4680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conditional nested inside conditional, nested inside conditional!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499098"/>
      </p:ext>
    </p:extLst>
  </p:cSld>
  <p:clrMapOvr>
    <a:masterClrMapping/>
  </p:clrMapOvr>
</p:sld>
</file>

<file path=ppt/theme/theme1.xml><?xml version="1.0" encoding="utf-8"?>
<a:theme xmlns:a="http://schemas.openxmlformats.org/drawingml/2006/main" name="Nova">
  <a:themeElements>
    <a:clrScheme name="Nova">
      <a:dk1>
        <a:srgbClr val="00172A"/>
      </a:dk1>
      <a:lt1>
        <a:srgbClr val="FFFFFF"/>
      </a:lt1>
      <a:dk2>
        <a:srgbClr val="A9B0C2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C0F0FF"/>
      </a:hlink>
      <a:folHlink>
        <a:srgbClr val="9090F1"/>
      </a:folHlink>
    </a:clrScheme>
    <a:fontScheme name="Custom 1">
      <a:majorFont>
        <a:latin typeface="Montserrat Medium"/>
        <a:ea typeface="Noto Sans SC Regular"/>
        <a:cs typeface=""/>
      </a:majorFont>
      <a:minorFont>
        <a:latin typeface="Abel"/>
        <a:ea typeface="Yuanti S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va" id="{B96E6425-A16B-4378-B3FA-4ADBD1115D7B}" vid="{5EA739E8-482D-4A3B-9FF2-715D176D792D}"/>
    </a:ext>
  </a:extLst>
</a:theme>
</file>

<file path=ppt/theme/theme2.xml><?xml version="1.0" encoding="utf-8"?>
<a:theme xmlns:a="http://schemas.openxmlformats.org/drawingml/2006/main" name="Alpha IV">
  <a:themeElements>
    <a:clrScheme name="Custom 1">
      <a:dk1>
        <a:srgbClr val="00172A"/>
      </a:dk1>
      <a:lt1>
        <a:srgbClr val="FFFFFF"/>
      </a:lt1>
      <a:dk2>
        <a:srgbClr val="A9B0B8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9090F1"/>
      </a:hlink>
      <a:folHlink>
        <a:srgbClr val="9090F1"/>
      </a:folHlink>
    </a:clrScheme>
    <a:fontScheme name="Standard">
      <a:majorFont>
        <a:latin typeface="Montserrat Medium"/>
        <a:ea typeface="Noto Sans SC Medium"/>
        <a:cs typeface=""/>
      </a:majorFont>
      <a:minorFont>
        <a:latin typeface="Noto Sans"/>
        <a:ea typeface="Yuanti SC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pha IV" id="{3E2AE266-2CBB-4100-B1B0-D9D328B58B2C}" vid="{4CE2B6E0-FA5C-4829-B764-B987E65C646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Nova</Template>
  <TotalTime>180</TotalTime>
  <Words>218</Words>
  <Application>Microsoft Office PowerPoint</Application>
  <PresentationFormat>Widescreen</PresentationFormat>
  <Paragraphs>32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Sniglet</vt:lpstr>
      <vt:lpstr>Arial</vt:lpstr>
      <vt:lpstr>Consolas</vt:lpstr>
      <vt:lpstr>Fira Sans</vt:lpstr>
      <vt:lpstr>Geologica Thin</vt:lpstr>
      <vt:lpstr>Montserrat Medium</vt:lpstr>
      <vt:lpstr>Overpass</vt:lpstr>
      <vt:lpstr>Roboto Mono</vt:lpstr>
      <vt:lpstr>Nova</vt:lpstr>
      <vt:lpstr>Alpha IV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Dawei Tao (dtao197051 - SFC1)</cp:lastModifiedBy>
  <cp:revision>51</cp:revision>
  <dcterms:created xsi:type="dcterms:W3CDTF">2024-05-22T17:18:46Z</dcterms:created>
  <dcterms:modified xsi:type="dcterms:W3CDTF">2024-11-11T20:37:28Z</dcterms:modified>
</cp:coreProperties>
</file>