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63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DB67"/>
    <a:srgbClr val="D6DEEB"/>
    <a:srgbClr val="FF5874"/>
    <a:srgbClr val="FFC720"/>
    <a:srgbClr val="1C8CEE"/>
    <a:srgbClr val="C792EA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25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189</TotalTime>
  <Words>276</Words>
  <Application>Microsoft Office PowerPoint</Application>
  <PresentationFormat>Widescreen</PresentationFormat>
  <Paragraphs>47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58</cp:revision>
  <dcterms:created xsi:type="dcterms:W3CDTF">2024-05-22T17:18:46Z</dcterms:created>
  <dcterms:modified xsi:type="dcterms:W3CDTF">2024-11-19T09:12:34Z</dcterms:modified>
</cp:coreProperties>
</file>