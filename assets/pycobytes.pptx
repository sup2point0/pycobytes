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63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EEB"/>
    <a:srgbClr val="1C8CEE"/>
    <a:srgbClr val="FFC720"/>
    <a:srgbClr val="FF5874"/>
    <a:srgbClr val="C792EA"/>
    <a:srgbClr val="ADDB67"/>
    <a:srgbClr val="9090F1"/>
    <a:srgbClr val="C7F0FF"/>
    <a:srgbClr val="404090"/>
    <a:srgbClr val="2581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78" y="3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180</TotalTime>
  <Words>210</Words>
  <Application>Microsoft Office PowerPoint</Application>
  <PresentationFormat>Widescreen</PresentationFormat>
  <Paragraphs>32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Sniglet</vt:lpstr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Dawei Tao (dtao197051 - SFC1)</cp:lastModifiedBy>
  <cp:revision>52</cp:revision>
  <dcterms:created xsi:type="dcterms:W3CDTF">2024-05-22T17:18:46Z</dcterms:created>
  <dcterms:modified xsi:type="dcterms:W3CDTF">2024-11-11T20:44:54Z</dcterms:modified>
</cp:coreProperties>
</file>