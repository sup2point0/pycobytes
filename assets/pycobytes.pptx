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90F1"/>
    <a:srgbClr val="C7F0FF"/>
    <a:srgbClr val="404090"/>
    <a:srgbClr val="2581D8"/>
    <a:srgbClr val="1C8CEE"/>
    <a:srgbClr val="FFD300"/>
    <a:srgbClr val="FEDC00"/>
    <a:srgbClr val="0596F9"/>
    <a:srgbClr val="011627"/>
    <a:srgbClr val="C7C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-1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 smtClean="0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 smtClean="0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 smtClean="0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</a:t>
            </a:r>
            <a:r>
              <a:rPr lang="en-GB" sz="2000" dirty="0" smtClean="0">
                <a:solidFill>
                  <a:schemeClr val="bg1"/>
                </a:solidFill>
                <a:latin typeface="Overpass" pitchFamily="2" charset="0"/>
              </a:rPr>
              <a:t>xploring the magic of Python, week by </a:t>
            </a:r>
            <a:r>
              <a:rPr lang="en-GB" sz="2000" dirty="0" smtClean="0">
                <a:solidFill>
                  <a:schemeClr val="bg1"/>
                </a:solidFill>
                <a:latin typeface="Overpass" pitchFamily="2" charset="0"/>
              </a:rPr>
              <a:t>week          </a:t>
            </a:r>
            <a:r>
              <a:rPr lang="en-GB" sz="2000" dirty="0" smtClean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  <a:endParaRPr lang="en-GB" sz="20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 smtClean="0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</a:t>
            </a:r>
            <a:r>
              <a:rPr lang="en-GB" sz="2000" dirty="0" smtClean="0">
                <a:solidFill>
                  <a:schemeClr val="bg1"/>
                </a:solidFill>
                <a:latin typeface="Sniglet" panose="04070505030100020000" pitchFamily="82" charset="0"/>
              </a:rPr>
              <a:t>xploring the magic of Python, week by week</a:t>
            </a:r>
            <a:endParaRPr lang="en-GB" sz="2000" dirty="0">
              <a:solidFill>
                <a:schemeClr val="bg1"/>
              </a:solidFill>
              <a:latin typeface="Sniglet" panose="04070505030100020000" pitchFamily="82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 smtClean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  <a:endParaRPr lang="en-GB" sz="20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 smtClean="0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 smtClean="0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</a:t>
            </a:r>
            <a:r>
              <a:rPr lang="en-GB" sz="2000" dirty="0" smtClean="0">
                <a:solidFill>
                  <a:schemeClr val="bg1"/>
                </a:solidFill>
                <a:latin typeface="Sniglet" panose="04070505030100020000" pitchFamily="82" charset="0"/>
              </a:rPr>
              <a:t>xploring the magic of Python, week by week</a:t>
            </a:r>
            <a:endParaRPr lang="en-GB" sz="2000" dirty="0">
              <a:solidFill>
                <a:schemeClr val="bg1"/>
              </a:solidFill>
              <a:latin typeface="Sniglet" panose="04070505030100020000" pitchFamily="82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 smtClean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  <a:endParaRPr lang="en-GB" sz="20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 smtClean="0">
                <a:solidFill>
                  <a:schemeClr val="tx2"/>
                </a:solidFill>
                <a:latin typeface="+mj-lt"/>
              </a:rPr>
              <a:t>INTRODUCING</a:t>
            </a:r>
            <a:endParaRPr lang="en-GB" sz="16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 smtClean="0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</a:t>
            </a:r>
            <a:r>
              <a:rPr lang="en-GB" sz="2000" dirty="0" smtClean="0">
                <a:solidFill>
                  <a:schemeClr val="bg1"/>
                </a:solidFill>
                <a:latin typeface="Sniglet" panose="04070505030100020000" pitchFamily="82" charset="0"/>
              </a:rPr>
              <a:t>xploring the magic of Python, week by week</a:t>
            </a:r>
            <a:endParaRPr lang="en-GB" sz="2000" dirty="0">
              <a:solidFill>
                <a:schemeClr val="bg1"/>
              </a:solidFill>
              <a:latin typeface="Sniglet" panose="04070505030100020000" pitchFamily="82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 smtClean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  <a:endParaRPr lang="en-GB" sz="20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 smtClean="0">
                <a:solidFill>
                  <a:schemeClr val="tx2"/>
                </a:solidFill>
                <a:latin typeface="+mj-lt"/>
              </a:rPr>
              <a:t>WELCOME TO</a:t>
            </a:r>
            <a:endParaRPr lang="en-GB" sz="16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 smtClean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 smtClean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 smtClean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/>
            </a:r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 smtClean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 smtClean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 smtClean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/>
            </a:r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</a:t>
            </a:r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scary, </a:t>
            </a:r>
            <a:r>
              <a:rPr lang="en-GB" sz="1200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right? </a:t>
            </a:r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Don’t worry, </a:t>
            </a:r>
            <a:r>
              <a:rPr lang="en-GB" sz="1200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we’ll be delving into all this deliciousness ;D</a:t>
            </a:r>
            <a:endParaRPr lang="en-GB" sz="1200" dirty="0">
              <a:solidFill>
                <a:schemeClr val="tx2">
                  <a:lumMod val="60000"/>
                  <a:lumOff val="40000"/>
                </a:schemeClr>
              </a:solidFill>
              <a:latin typeface="Sniglet" panose="04070505030100020000" pitchFamily="82" charset="0"/>
              <a:cs typeface="Kalam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 smtClean="0">
                <a:solidFill>
                  <a:srgbClr val="C792EA"/>
                </a:solidFill>
                <a:latin typeface="Consolas" panose="020B0609020204030204" pitchFamily="49" charset="0"/>
              </a:rPr>
              <a:t>   </a:t>
            </a:r>
            <a:r>
              <a:rPr kumimoji="0" lang="en-US" altLang="en-US" sz="3000" b="0" i="0" u="none" strike="noStrike" cap="none" normalizeH="0" baseline="0" dirty="0" err="1" smtClean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146</TotalTime>
  <Words>172</Words>
  <Application>Microsoft Office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3" baseType="lpstr">
      <vt:lpstr>Yuanti SC</vt:lpstr>
      <vt:lpstr>Arial</vt:lpstr>
      <vt:lpstr>Consolas</vt:lpstr>
      <vt:lpstr>Geologica Thin</vt:lpstr>
      <vt:lpstr>Kalam</vt:lpstr>
      <vt:lpstr>Montserrat Medium</vt:lpstr>
      <vt:lpstr>Noto Sans</vt:lpstr>
      <vt:lpstr>Overpass</vt:lpstr>
      <vt:lpstr>Roboto Mono</vt:lpstr>
      <vt:lpstr>Shantell Sans</vt:lpstr>
      <vt:lpstr>Sniglet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revision>45</cp:revision>
  <dcterms:created xsi:type="dcterms:W3CDTF">2024-05-22T17:18:46Z</dcterms:created>
  <dcterms:modified xsi:type="dcterms:W3CDTF">2024-10-15T19:01:25Z</dcterms:modified>
</cp:coreProperties>
</file>