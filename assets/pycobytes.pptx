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DB67"/>
    <a:srgbClr val="C792EA"/>
    <a:srgbClr val="1C8CEE"/>
    <a:srgbClr val="FFC720"/>
    <a:srgbClr val="D6DEEB"/>
    <a:srgbClr val="FF5874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48" y="3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5482E-7207-8FBC-A43E-84BDBDE3D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55BB52-B8CB-07AF-7A16-DD808874841A}"/>
              </a:ext>
            </a:extLst>
          </p:cNvPr>
          <p:cNvSpPr/>
          <p:nvPr/>
        </p:nvSpPr>
        <p:spPr>
          <a:xfrm>
            <a:off x="2459115" y="2035628"/>
            <a:ext cx="7273770" cy="2786744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46636B-FF46-F9BB-DB0C-189010801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0445" y="2664797"/>
            <a:ext cx="5931111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[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,</a:t>
            </a:r>
            <a:r>
              <a:rPr lang="en-US" altLang="en-US" sz="2500" dirty="0">
                <a:solidFill>
                  <a:srgbClr val="D6DEEB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FF5874"/>
                </a:solidFill>
                <a:latin typeface="Consolas" panose="020B0609020204030204" pitchFamily="49" charset="0"/>
              </a:rPr>
              <a:t>▯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]</a:t>
            </a:r>
            <a:endParaRPr kumimoji="0" lang="en-US" altLang="en-US" sz="5000" b="0" i="0" u="none" strike="noStrike" cap="none" normalizeH="0" baseline="0" dirty="0">
              <a:ln>
                <a:noFill/>
              </a:ln>
              <a:solidFill>
                <a:srgbClr val="ADDB67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DFDB463-EB12-7235-1162-8FB0518D89F8}"/>
              </a:ext>
            </a:extLst>
          </p:cNvPr>
          <p:cNvGrpSpPr/>
          <p:nvPr/>
        </p:nvGrpSpPr>
        <p:grpSpPr>
          <a:xfrm>
            <a:off x="3729220" y="2301581"/>
            <a:ext cx="4739056" cy="544971"/>
            <a:chOff x="3729220" y="2446925"/>
            <a:chExt cx="4739056" cy="54497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99A68-A424-65B9-A042-247E074F6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29220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EDCAF8-211D-53B6-48C3-F3DC768A8E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7634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1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11D153A-E0DB-6CEC-3E48-A171F1484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7834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2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2FB688-7585-EAC4-D573-ACACF5E706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46653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D6DEEB">
                      <a:alpha val="50000"/>
                    </a:srgbClr>
                  </a:solidFill>
                  <a:latin typeface="Consolas" panose="020B0609020204030204" pitchFamily="49" charset="0"/>
                </a:rPr>
                <a:t>3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D6DEEB">
                    <a:alpha val="5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626DD76-0B15-4C75-BD32-F3ADA78368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91946" y="2446925"/>
              <a:ext cx="176330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50000"/>
                    </a:srgbClr>
                  </a:solidFill>
                  <a:effectLst/>
                  <a:latin typeface="Consolas" panose="020B0609020204030204" pitchFamily="49" charset="0"/>
                </a:rPr>
                <a:t>4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80D2C04-74E5-34EB-9B3D-D269D3587A06}"/>
              </a:ext>
            </a:extLst>
          </p:cNvPr>
          <p:cNvGrpSpPr/>
          <p:nvPr/>
        </p:nvGrpSpPr>
        <p:grpSpPr>
          <a:xfrm>
            <a:off x="3641055" y="3512159"/>
            <a:ext cx="4915387" cy="544971"/>
            <a:chOff x="3641055" y="4009262"/>
            <a:chExt cx="4915387" cy="544971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E5D8236-BD76-E420-BBCC-EF52B682AD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41055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-5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E036C0-C5E4-D351-01B1-941E291101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8817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-4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77A00C3-72DC-C03E-1B77-B61FAB6E1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19669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-3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C2A104F-A461-9F82-1588-AC7CB52919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58488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500" dirty="0">
                  <a:solidFill>
                    <a:srgbClr val="FFC720"/>
                  </a:solidFill>
                  <a:latin typeface="Consolas" panose="020B0609020204030204" pitchFamily="49" charset="0"/>
                </a:rPr>
                <a:t>-2</a:t>
              </a:r>
              <a:endParaRPr kumimoji="0" lang="en-US" altLang="en-US" sz="2500" b="0" i="0" u="none" strike="noStrike" cap="none" normalizeH="0" baseline="0" dirty="0">
                <a:ln>
                  <a:noFill/>
                </a:ln>
                <a:solidFill>
                  <a:srgbClr val="FFC720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20850F76-99FA-EA56-6F0E-58D899DED2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03781" y="4009262"/>
              <a:ext cx="352661" cy="54497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5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Consolas" panose="020B0609020204030204" pitchFamily="49" charset="0"/>
                </a:rPr>
                <a:t>-1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630A12DC-04E5-7328-3E4A-233ACF9BA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17966" y="4155285"/>
            <a:ext cx="2343590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← count backwards</a:t>
            </a:r>
          </a:p>
        </p:txBody>
      </p:sp>
    </p:spTree>
    <p:extLst>
      <p:ext uri="{BB962C8B-B14F-4D97-AF65-F5344CB8AC3E}">
        <p14:creationId xmlns:p14="http://schemas.microsoft.com/office/powerpoint/2010/main" val="1408358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407FB7-4EEA-B5F9-BB81-2DE19BD22762}"/>
              </a:ext>
            </a:extLst>
          </p:cNvPr>
          <p:cNvSpPr/>
          <p:nvPr/>
        </p:nvSpPr>
        <p:spPr>
          <a:xfrm>
            <a:off x="2268637" y="64394"/>
            <a:ext cx="7654727" cy="6597663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A1EBB66-D87D-6A7D-02B7-179CF3AD61D2}"/>
              </a:ext>
            </a:extLst>
          </p:cNvPr>
          <p:cNvGrpSpPr/>
          <p:nvPr/>
        </p:nvGrpSpPr>
        <p:grpSpPr>
          <a:xfrm>
            <a:off x="2794197" y="412124"/>
            <a:ext cx="6603606" cy="5756856"/>
            <a:chOff x="4401391" y="412124"/>
            <a:chExt cx="6603606" cy="5756856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CA9BFE8-312C-1971-373A-F1E1E4DB5EA1}"/>
                </a:ext>
              </a:extLst>
            </p:cNvPr>
            <p:cNvGrpSpPr/>
            <p:nvPr/>
          </p:nvGrpSpPr>
          <p:grpSpPr>
            <a:xfrm>
              <a:off x="4401391" y="412124"/>
              <a:ext cx="1451955" cy="5756856"/>
              <a:chOff x="4276748" y="412124"/>
              <a:chExt cx="1451955" cy="575685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87FD350-0D92-8C87-645D-0214AD4D3F34}"/>
                  </a:ext>
                </a:extLst>
              </p:cNvPr>
              <p:cNvSpPr/>
              <p:nvPr/>
            </p:nvSpPr>
            <p:spPr>
              <a:xfrm>
                <a:off x="4282226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61B11CA-778C-D978-E925-8E388F1491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644637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a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b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c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d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5000" b="0" i="0" u="none" strike="noStrike" cap="none" normalizeH="0" baseline="0" dirty="0">
                    <a:ln>
                      <a:noFill/>
                    </a:ln>
                    <a:solidFill>
                      <a:srgbClr val="D6DEEB"/>
                    </a:solidFill>
                    <a:effectLst/>
                    <a:latin typeface="Consolas" panose="020B0609020204030204" pitchFamily="49" charset="0"/>
                  </a:rPr>
                  <a:t>e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408DA5E-43C6-956E-F829-C9240E7B3C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76748" y="538736"/>
                <a:ext cx="145195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FFC720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1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00E1C5A4-AAF1-E12A-5483-C8B6BB666B35}"/>
                </a:ext>
              </a:extLst>
            </p:cNvPr>
            <p:cNvGrpSpPr/>
            <p:nvPr/>
          </p:nvGrpSpPr>
          <p:grpSpPr>
            <a:xfrm>
              <a:off x="6011925" y="412124"/>
              <a:ext cx="1467985" cy="5756856"/>
              <a:chOff x="6011925" y="412124"/>
              <a:chExt cx="1467985" cy="5756856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8E4C8D6-74F8-0695-58A6-2C1849C186C4}"/>
                  </a:ext>
                </a:extLst>
              </p:cNvPr>
              <p:cNvSpPr/>
              <p:nvPr/>
            </p:nvSpPr>
            <p:spPr>
              <a:xfrm>
                <a:off x="6025418" y="412124"/>
                <a:ext cx="1441000" cy="5756856"/>
              </a:xfrm>
              <a:prstGeom prst="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8682641-1D7F-3EF9-AB48-673D2FDF6D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387829" y="1073272"/>
                <a:ext cx="716176" cy="487888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p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q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r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endParaRP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s</a:t>
                </a:r>
              </a:p>
              <a:p>
                <a:pPr marL="0" marR="0" lvl="0" indent="0" algn="ctr" defTabSz="914400" rtl="0" eaLnBrk="0" fontAlgn="base" latinLnBrk="0" hangingPunct="0">
                  <a:lnSpc>
                    <a:spcPct val="125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altLang="en-US" sz="5000" dirty="0">
                    <a:solidFill>
                      <a:srgbClr val="D6DEEB"/>
                    </a:solidFill>
                    <a:latin typeface="Consolas" panose="020B0609020204030204" pitchFamily="49" charset="0"/>
                  </a:rPr>
                  <a:t>t</a:t>
                </a:r>
                <a:endPara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D8C8E98-4F95-6854-1508-F790F2AEF6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011925" y="538736"/>
                <a:ext cx="1467985" cy="45318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none" lIns="180000" tIns="72000" rIns="180000" bIns="7200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lvl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altLang="en-US" sz="2000" b="0" i="0" u="none" strike="noStrike" cap="none" normalizeH="0" baseline="0" dirty="0" err="1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iterable</a:t>
                </a: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rgbClr val="C792EA"/>
                    </a:solidFill>
                    <a:effectLst/>
                    <a:latin typeface="Fira Sans" panose="020B0503050000020004" pitchFamily="34" charset="0"/>
                    <a:ea typeface="Fira Mono" panose="020B0509050000020004" pitchFamily="49" charset="0"/>
                  </a:rPr>
                  <a:t> 2</a:t>
                </a: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6FC598A-2A44-7AA0-6746-A6DA447D70AD}"/>
                </a:ext>
              </a:extLst>
            </p:cNvPr>
            <p:cNvSpPr/>
            <p:nvPr/>
          </p:nvSpPr>
          <p:spPr>
            <a:xfrm>
              <a:off x="7934601" y="412124"/>
              <a:ext cx="3070396" cy="5756856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31ABF70-3A5E-4784-D29A-7F644C6511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278745" y="1073272"/>
              <a:ext cx="2479479" cy="487888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(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a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,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p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>
                      <a:alpha val="20000"/>
                    </a:srgbClr>
                  </a:solidFill>
                  <a:effectLst/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b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q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c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r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d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s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2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e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 t</a:t>
              </a:r>
              <a:r>
                <a:rPr lang="en-US" altLang="en-US" sz="5000" dirty="0">
                  <a:solidFill>
                    <a:srgbClr val="D6DEEB">
                      <a:alpha val="20000"/>
                    </a:srgbClr>
                  </a:solidFill>
                  <a:latin typeface="Consolas" panose="020B0609020204030204" pitchFamily="49" charset="0"/>
                </a:rPr>
                <a:t>)</a:t>
              </a:r>
              <a:endPara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>
                    <a:alpha val="20000"/>
                  </a:srgbClr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C1CCA8-0793-6FE3-1556-894C56E206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45593" y="538736"/>
              <a:ext cx="1145782" cy="45318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180000" tIns="72000" rIns="180000" bIns="7200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zipped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CCCDDFA-E135-5EFB-BF22-B228E414C790}"/>
                </a:ext>
              </a:extLst>
            </p:cNvPr>
            <p:cNvGrpSpPr/>
            <p:nvPr/>
          </p:nvGrpSpPr>
          <p:grpSpPr>
            <a:xfrm>
              <a:off x="7322976" y="1707969"/>
              <a:ext cx="867988" cy="3805707"/>
              <a:chOff x="5277726" y="1707969"/>
              <a:chExt cx="901642" cy="3805707"/>
            </a:xfrm>
          </p:grpSpPr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9821751-7A53-78D0-1AC0-AC2777425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1707969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B0EFD5D1-CEAC-DC44-47F5-B05398950C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265939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BECF4BC2-B193-868A-4687-9187D34CA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3610823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1561A4A9-FDCA-7C40-6803-8AFB7B97FC8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4562250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468C00C-2B68-C06B-0B51-720C33FC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77726" y="5513676"/>
                <a:ext cx="901642" cy="0"/>
              </a:xfrm>
              <a:prstGeom prst="straightConnector1">
                <a:avLst/>
              </a:prstGeom>
              <a:noFill/>
              <a:ln w="25400">
                <a:solidFill>
                  <a:srgbClr val="ADDB67"/>
                </a:solidFill>
                <a:tailEnd type="arrow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35706507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222</TotalTime>
  <Words>345</Words>
  <Application>Microsoft Office PowerPoint</Application>
  <PresentationFormat>Widescreen</PresentationFormat>
  <Paragraphs>77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78</cp:revision>
  <dcterms:created xsi:type="dcterms:W3CDTF">2024-05-22T17:18:46Z</dcterms:created>
  <dcterms:modified xsi:type="dcterms:W3CDTF">2025-01-31T11:19:10Z</dcterms:modified>
</cp:coreProperties>
</file>